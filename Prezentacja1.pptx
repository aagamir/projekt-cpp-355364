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6" r:id="rId7"/>
    <p:sldId id="264" r:id="rId8"/>
    <p:sldId id="259" r:id="rId9"/>
    <p:sldId id="265" r:id="rId10"/>
    <p:sldId id="257" r:id="rId11"/>
    <p:sldId id="260" r:id="rId1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68"/>
    <p:restoredTop sz="94519"/>
  </p:normalViewPr>
  <p:slideViewPr>
    <p:cSldViewPr snapToGrid="0">
      <p:cViewPr varScale="1">
        <p:scale>
          <a:sx n="96" d="100"/>
          <a:sy n="96" d="100"/>
        </p:scale>
        <p:origin x="6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922649-BC23-850C-8EC4-819AB9740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7B0B543-DDC2-7B84-C46F-7217CBC2F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2FC9A62E-10F8-FCB7-04D5-BA8B49C23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E66659B-91A5-2799-A203-A574A056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A873A3A6-59A7-912D-1036-308620A43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115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CA8E97-1CC2-4A36-9424-389D5F6C6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F6CE870-E5CE-AC8D-7900-2CA87EE42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49BB3EC-3C87-1B03-1988-67C6C5CEB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2AA588F-3E50-9018-5204-4311D24A9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056DBF4-C614-999D-E834-8CEE2D67B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992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2CA58E5-1953-A8BD-3A23-C8F037D4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2931204-DCD3-5BFB-D9FA-3B7A63563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D0FB93A-E5B3-DDC6-63A4-C2BD0B2C6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01186B57-DF76-438B-6995-EEA8510A3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FE24F11-84D1-E18E-34A8-627A1083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8441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07D7D3C-9C4B-AAE3-41F0-356F015D5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40713B6-1CE9-82C3-E818-D1014225A9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8DA251C7-6DBA-ACBB-1E9F-FFE786CC9A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F9B2B16F-8A8A-2298-19D5-9A3811BDE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547E9EC9-EC11-7D10-C2B8-68C80076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5BBD3280-2173-BCE9-CE3B-4AFA8340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6313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07FD36-E514-0448-6F11-35B611FE8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816C713-7DD1-8D69-BDC0-380FD3619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0F35445-AF5F-DF37-B731-136BBBCC3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53F567FE-C112-F29A-1BA3-B582AF6AA5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448CDB82-8FBA-90A1-2327-70B53DABF7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B0C5A10-E766-7C2D-3C38-3DFD7739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999976D7-2834-651F-B8DC-99D5B87F0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60935C10-2BC2-0C28-59F7-5EC0EDB41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49330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6FF97E-61F3-60C9-20C2-1F70067DC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B2EA52C2-5941-8C50-8C3C-4725B3C8F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A2F7910-6BD4-254F-FF1A-CEEFE86D5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DFF754EC-0B97-601C-D07F-A96931FD2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57701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6361073-AB47-4459-FD07-38F229126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CD4B3BEF-6188-16C5-9118-D2B02F47F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54EC00E-9586-3711-7874-4555B44F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67152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03E5432-EE8B-85CE-D0B6-0C5B7160D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FCA1DE1-C1E0-2B8F-33B7-B3F6B65FB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AB51DCA-23B4-4D3C-1E41-2E8BBC7DD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B512E61-D803-5F6E-DBCB-8134F519D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1BCF82E-DDBB-F934-F594-9A30DA677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B1F2E32-89F1-4629-18AF-CDF7EFCA6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717161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27BF15-2064-EDBA-9191-01B31DFB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4D105D0A-7D97-1280-94B6-C655A84E64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A2BFA843-0600-8FB1-94B1-D0940A3C8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034B5A2D-BB2E-6D6D-741D-2C834FB34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F1EF07A-91ED-F730-4E09-85035E37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A8C6B43-535F-6C69-031B-B21BDA0EB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38223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C40EA0F-E3A0-2649-6981-87CEAB1A5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EA8CFE4B-F51C-A7BE-8262-346D6F84F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08518FF-4436-C28C-9488-51BC71B0A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7EF4705-6E2C-AC3E-6ED8-02FA507C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58A921D-46B9-1CDE-2897-1AA6F4B0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98035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19B8A361-A14C-081B-4447-5EDE70C9EE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B076A82-BD44-57B1-20DE-07C9C773F1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B858417-5BCF-509A-9EE6-9C8214A4B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FB15055-1AC7-BA3B-0891-58FEC143F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E7A1EB7-A2A1-DB3E-3CE0-C2D66A4D9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82804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1830FCE-37B7-DC82-BFFC-1CAFD1BC2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0FF6B6E-D92B-7C84-7B88-3CFFDF5C8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1473EA0-D125-B7C9-F46D-1A89922288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47B90-B1A6-7A47-9137-D46C0DAF70C2}" type="datetimeFigureOut">
              <a:rPr lang="pl-PL" smtClean="0"/>
              <a:t>30.03.2026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04B2118-D276-44E7-10DF-CA0C5C7387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EC6B41C-ED1A-DE64-5933-C88DE5C797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F8D1F4-5557-A843-91D8-6641EC37044D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9019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79559D5-FFE4-EABD-6C5B-CB55F625C5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Symulacje czarnych dziur z użyciem technologii Ray </a:t>
            </a:r>
            <a:r>
              <a:rPr lang="pl-PL" dirty="0" err="1"/>
              <a:t>Tracingu</a:t>
            </a:r>
            <a:endParaRPr lang="pl-PL" dirty="0"/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84953AC-7E7B-B48C-1FE1-115BEB72CC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Mikołaj Marcinkowski</a:t>
            </a:r>
          </a:p>
        </p:txBody>
      </p:sp>
    </p:spTree>
    <p:extLst>
      <p:ext uri="{BB962C8B-B14F-4D97-AF65-F5344CB8AC3E}">
        <p14:creationId xmlns:p14="http://schemas.microsoft.com/office/powerpoint/2010/main" val="2137659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CCB90A8-962A-1848-D4EF-B8D6ECAD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Cele projektu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0E3BC9A-5751-2060-C5FE-617892E88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/>
              <a:t>Stworzenie działającego modelu czarnej dziury z wykorzystaniem technologii </a:t>
            </a:r>
            <a:r>
              <a:rPr lang="pl-PL" dirty="0" err="1"/>
              <a:t>ray-traicingu</a:t>
            </a:r>
            <a:r>
              <a:rPr lang="pl-PL" dirty="0"/>
              <a:t> i wielowątkowości (</a:t>
            </a:r>
            <a:r>
              <a:rPr lang="pl-PL" dirty="0" err="1"/>
              <a:t>wukorzystania</a:t>
            </a:r>
            <a:r>
              <a:rPr lang="pl-PL" dirty="0"/>
              <a:t> CPU komputera) do wizualizacji symulacji</a:t>
            </a:r>
          </a:p>
        </p:txBody>
      </p:sp>
    </p:spTree>
    <p:extLst>
      <p:ext uri="{BB962C8B-B14F-4D97-AF65-F5344CB8AC3E}">
        <p14:creationId xmlns:p14="http://schemas.microsoft.com/office/powerpoint/2010/main" val="1902067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8666DB9-8C9C-98AE-DFDB-4D371B53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Wizualizacja</a:t>
            </a:r>
          </a:p>
        </p:txBody>
      </p:sp>
      <p:pic>
        <p:nvPicPr>
          <p:cNvPr id="10" name="Obraz 9">
            <a:extLst>
              <a:ext uri="{FF2B5EF4-FFF2-40B4-BE49-F238E27FC236}">
                <a16:creationId xmlns:a16="http://schemas.microsoft.com/office/drawing/2014/main" id="{8D01F8E2-4897-E6CE-470F-1689C462C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5571" y="1929641"/>
            <a:ext cx="1375229" cy="364751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9C09868D-9F89-35B7-21BC-84C1A252D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2143" y="2383326"/>
            <a:ext cx="1375229" cy="364751"/>
          </a:xfrm>
          <a:prstGeom prst="rect">
            <a:avLst/>
          </a:prstGeom>
        </p:spPr>
      </p:pic>
      <p:pic>
        <p:nvPicPr>
          <p:cNvPr id="7" name="Symbol zastępczy zawartości 6" descr="Obraz zawierający Grafika, sztuka, design&#10;&#10;Zawartość wygenerowana przez AI może być niepoprawna.">
            <a:extLst>
              <a:ext uri="{FF2B5EF4-FFF2-40B4-BE49-F238E27FC236}">
                <a16:creationId xmlns:a16="http://schemas.microsoft.com/office/drawing/2014/main" id="{E6AEDC97-20AC-F3A1-4126-D5061A7E54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 bwMode="auto">
          <a:xfrm>
            <a:off x="1752600" y="1240139"/>
            <a:ext cx="8486635" cy="4974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25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az 6" descr="Obraz zawierający gwiazda, miejsce parkingowe/przestrzeń, konstelacja, galaktyka&#10;&#10;Zawartość wygenerowana przez AI może być niepoprawna.">
            <a:extLst>
              <a:ext uri="{FF2B5EF4-FFF2-40B4-BE49-F238E27FC236}">
                <a16:creationId xmlns:a16="http://schemas.microsoft.com/office/drawing/2014/main" id="{36B449EE-1D46-0E67-0450-F8A3464F2E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2014" y="-101600"/>
            <a:ext cx="13068299" cy="7713853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008C0196-FDFC-727A-3450-240C5E50B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0" y="673100"/>
            <a:ext cx="3911600" cy="495300"/>
          </a:xfrm>
          <a:prstGeom prst="rect">
            <a:avLst/>
          </a:prstGeom>
        </p:spPr>
      </p:pic>
      <p:pic>
        <p:nvPicPr>
          <p:cNvPr id="5" name="Symbol zastępczy zawartości 4" descr="Obraz zawierający Grafika, design&#10;&#10;Zawartość wygenerowana przez AI może być niepoprawna.">
            <a:extLst>
              <a:ext uri="{FF2B5EF4-FFF2-40B4-BE49-F238E27FC236}">
                <a16:creationId xmlns:a16="http://schemas.microsoft.com/office/drawing/2014/main" id="{FC81E817-A9ED-1A6B-DA4F-EACA673FC6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3523" y="482600"/>
            <a:ext cx="11260277" cy="6600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522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F11623-AA95-ADD7-1E4E-48837793D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Funkcjonalnosci</a:t>
            </a:r>
            <a:r>
              <a:rPr lang="pl-PL" dirty="0"/>
              <a:t>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E8C5A61-170F-C9EB-3326-2AC6D1CC10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l-PL" dirty="0"/>
              <a:t>Obliczanie równania metryki </a:t>
            </a:r>
            <a:r>
              <a:rPr lang="pl-PL" dirty="0" err="1"/>
              <a:t>Schwarzschilda</a:t>
            </a:r>
            <a:endParaRPr lang="pl-PL" dirty="0"/>
          </a:p>
          <a:p>
            <a:r>
              <a:rPr lang="pl-PL" dirty="0"/>
              <a:t>Tworzenie w miarę realistycznego modelu czarnej dziury </a:t>
            </a:r>
          </a:p>
          <a:p>
            <a:r>
              <a:rPr lang="pl-PL" dirty="0"/>
              <a:t>Symulacja </a:t>
            </a:r>
            <a:r>
              <a:rPr lang="pl-PL" dirty="0" err="1"/>
              <a:t>soczewkowania</a:t>
            </a:r>
            <a:r>
              <a:rPr lang="pl-PL" dirty="0"/>
              <a:t> grawitacyjnego </a:t>
            </a:r>
          </a:p>
          <a:p>
            <a:r>
              <a:rPr lang="pl-PL" dirty="0"/>
              <a:t>Interfejs </a:t>
            </a:r>
            <a:r>
              <a:rPr lang="pl-PL" dirty="0" err="1"/>
              <a:t>pozwalajcy</a:t>
            </a:r>
            <a:r>
              <a:rPr lang="pl-PL" dirty="0"/>
              <a:t> na ustawienie własności czarnej dziury, wyeksportowania ekranu jako plik graficzny, </a:t>
            </a:r>
          </a:p>
          <a:p>
            <a:endParaRPr lang="pl-PL" dirty="0"/>
          </a:p>
          <a:p>
            <a:pPr marL="0" indent="0">
              <a:buNone/>
            </a:pPr>
            <a:r>
              <a:rPr lang="pl-PL" dirty="0"/>
              <a:t>Opcjonalne</a:t>
            </a:r>
          </a:p>
          <a:p>
            <a:r>
              <a:rPr lang="pl-PL" dirty="0"/>
              <a:t>Symulacja ruchu </a:t>
            </a:r>
            <a:r>
              <a:rPr lang="pl-PL" dirty="0" err="1"/>
              <a:t>cial</a:t>
            </a:r>
            <a:r>
              <a:rPr lang="pl-PL" dirty="0"/>
              <a:t> niebieskich w układzie </a:t>
            </a:r>
          </a:p>
          <a:p>
            <a:r>
              <a:rPr lang="pl-PL" dirty="0"/>
              <a:t>Wizualizacja dysku </a:t>
            </a:r>
            <a:r>
              <a:rPr lang="pl-PL" dirty="0" err="1"/>
              <a:t>akrecyjnego</a:t>
            </a:r>
            <a:endParaRPr lang="pl-PL" dirty="0"/>
          </a:p>
          <a:p>
            <a:r>
              <a:rPr lang="pl-PL" dirty="0"/>
              <a:t>Dodanie możliwości ruchu kamery w przestrzeni</a:t>
            </a:r>
          </a:p>
          <a:p>
            <a:r>
              <a:rPr lang="pl-PL" dirty="0"/>
              <a:t>Rozszerzenie interfejsu</a:t>
            </a:r>
          </a:p>
          <a:p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455505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9E20B6A-C812-127F-7AC7-F0A20360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Analiza ryzyka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D11ACAC-85E5-F64E-9566-56CFA6B7B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l-PL" dirty="0"/>
              <a:t>Zakładam, że uda się zrobić najbardziej podstawowy model (czarna dziura </a:t>
            </a:r>
            <a:r>
              <a:rPr lang="pl-PL" dirty="0" err="1"/>
              <a:t>zakrzywiajaca</a:t>
            </a:r>
            <a:r>
              <a:rPr lang="pl-PL" dirty="0"/>
              <a:t> światło, </a:t>
            </a:r>
            <a:r>
              <a:rPr lang="pl-PL" dirty="0" err="1"/>
              <a:t>soczewkowanie</a:t>
            </a:r>
            <a:r>
              <a:rPr lang="pl-PL" dirty="0"/>
              <a:t> grawitacyjne, </a:t>
            </a:r>
            <a:r>
              <a:rPr lang="pl-PL" dirty="0" err="1"/>
              <a:t>renderowanie</a:t>
            </a:r>
            <a:r>
              <a:rPr lang="pl-PL" dirty="0"/>
              <a:t> obrazu).</a:t>
            </a:r>
          </a:p>
          <a:p>
            <a:pPr marL="0" indent="0">
              <a:buNone/>
            </a:pPr>
            <a:r>
              <a:rPr lang="pl-PL" dirty="0"/>
              <a:t>Jeśli nie uda się zrobić </a:t>
            </a:r>
            <a:r>
              <a:rPr lang="pl-PL" dirty="0" err="1"/>
              <a:t>renderowania</a:t>
            </a:r>
            <a:r>
              <a:rPr lang="pl-PL" dirty="0"/>
              <a:t> w czasie rzeczywistym, to będzie możliwość generowania pojedynczych klatek na których będzie widać zjawiska fizyczne</a:t>
            </a:r>
          </a:p>
          <a:p>
            <a:pPr marL="0" indent="0">
              <a:buNone/>
            </a:pPr>
            <a:r>
              <a:rPr lang="pl-PL" dirty="0"/>
              <a:t>W razie problemów z pełną metryką, jest opcja awaryjna </a:t>
            </a:r>
            <a:r>
              <a:rPr lang="pl-PL" dirty="0" err="1"/>
              <a:t>wykorystania</a:t>
            </a:r>
            <a:r>
              <a:rPr lang="pl-PL" dirty="0"/>
              <a:t> </a:t>
            </a:r>
            <a:r>
              <a:rPr lang="pl-PL" dirty="0" err="1"/>
              <a:t>uproszczen</a:t>
            </a:r>
            <a:r>
              <a:rPr lang="pl-PL" dirty="0"/>
              <a:t> równania do symulacji</a:t>
            </a:r>
          </a:p>
          <a:p>
            <a:pPr marL="0" indent="0">
              <a:buNone/>
            </a:pPr>
            <a:r>
              <a:rPr lang="pl-PL" dirty="0"/>
              <a:t>Gdyby wystąpiły problemy z wielowątkowością (podejściem zadaniowym, high-</a:t>
            </a:r>
            <a:r>
              <a:rPr lang="pl-PL" dirty="0" err="1"/>
              <a:t>level</a:t>
            </a:r>
            <a:r>
              <a:rPr lang="pl-PL" dirty="0"/>
              <a:t>), to program przygotuje tak by </a:t>
            </a:r>
            <a:r>
              <a:rPr lang="pl-PL" dirty="0" err="1"/>
              <a:t>mogl</a:t>
            </a:r>
            <a:r>
              <a:rPr lang="pl-PL" dirty="0"/>
              <a:t> </a:t>
            </a:r>
            <a:r>
              <a:rPr lang="pl-PL" dirty="0" err="1"/>
              <a:t>dzialac</a:t>
            </a:r>
            <a:r>
              <a:rPr lang="pl-PL" dirty="0"/>
              <a:t> z zarzadzaniem bezpośrednim (</a:t>
            </a:r>
            <a:r>
              <a:rPr lang="pl-PL" dirty="0" err="1"/>
              <a:t>low-level</a:t>
            </a:r>
            <a:r>
              <a:rPr lang="pl-PL" dirty="0"/>
              <a:t>) (punkt ten jest powiązany bezpośrednio z ryzykiem problemów </a:t>
            </a:r>
            <a:r>
              <a:rPr lang="pl-PL" dirty="0" err="1"/>
              <a:t>renderowania</a:t>
            </a:r>
            <a:r>
              <a:rPr lang="pl-PL" dirty="0"/>
              <a:t> w czasie rzeczywistym, i może z </a:t>
            </a:r>
            <a:r>
              <a:rPr lang="pl-PL"/>
              <a:t>niego wynikać)</a:t>
            </a:r>
            <a:endParaRPr lang="pl-PL" dirty="0"/>
          </a:p>
          <a:p>
            <a:pPr marL="0" indent="0">
              <a:buNone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247899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2115F0-7439-F9E4-9836-BA808FAE6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Metryka </a:t>
            </a:r>
            <a:r>
              <a:rPr lang="pl-PL" dirty="0" err="1"/>
              <a:t>Schwarzchilda</a:t>
            </a:r>
            <a:endParaRPr lang="pl-PL" dirty="0"/>
          </a:p>
        </p:txBody>
      </p:sp>
      <p:pic>
        <p:nvPicPr>
          <p:cNvPr id="5" name="Symbol zastępczy zawartości 4" descr="Obraz zawierający tekst, Czcionka, pismo odręczne, biały&#10;&#10;Zawartość wygenerowana przez AI może być niepoprawna.">
            <a:extLst>
              <a:ext uri="{FF2B5EF4-FFF2-40B4-BE49-F238E27FC236}">
                <a16:creationId xmlns:a16="http://schemas.microsoft.com/office/drawing/2014/main" id="{F1BC8682-BA24-27D4-FFF5-D4F130F4C5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1877" y="3145631"/>
            <a:ext cx="9529723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044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409C18-D748-5A16-81BE-349670C95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Wykorzystane biblioteki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D38ADE8-3F0A-83DF-1070-4C1A1A97F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b="1" dirty="0" err="1"/>
              <a:t>Przykladowe</a:t>
            </a:r>
            <a:r>
              <a:rPr lang="pl-PL" b="1" dirty="0"/>
              <a:t> biblioteki (to są tylko propozycje, mogą się różnić w końcowym projekcie )</a:t>
            </a:r>
          </a:p>
          <a:p>
            <a:r>
              <a:rPr lang="pl-PL" b="1" dirty="0"/>
              <a:t>Matematyka (Algebra Liniowa) GLM</a:t>
            </a:r>
            <a:endParaRPr lang="pl-PL" dirty="0"/>
          </a:p>
          <a:p>
            <a:r>
              <a:rPr lang="pl-PL" b="1" dirty="0"/>
              <a:t>Zapis i odczyt obrazów </a:t>
            </a:r>
            <a:r>
              <a:rPr lang="pl-PL" b="1" dirty="0" err="1"/>
              <a:t>stb_image</a:t>
            </a:r>
            <a:r>
              <a:rPr lang="pl-PL" b="1" dirty="0"/>
              <a:t> </a:t>
            </a:r>
          </a:p>
          <a:p>
            <a:r>
              <a:rPr lang="pl-PL" b="1" dirty="0"/>
              <a:t>Wielowątkowość (CPU) </a:t>
            </a:r>
            <a:r>
              <a:rPr lang="pl-PL" b="1" dirty="0" err="1"/>
              <a:t>OpenMP</a:t>
            </a:r>
            <a:endParaRPr lang="pl-PL" dirty="0"/>
          </a:p>
          <a:p>
            <a:r>
              <a:rPr lang="pl-PL" b="1" dirty="0"/>
              <a:t>Wyświetlanie okna / UISFML</a:t>
            </a:r>
            <a:r>
              <a:rPr lang="pl-PL" dirty="0"/>
              <a:t> lub </a:t>
            </a:r>
            <a:r>
              <a:rPr lang="pl-PL" b="1" dirty="0"/>
              <a:t>SDL2</a:t>
            </a:r>
            <a:endParaRPr lang="pl-PL" dirty="0"/>
          </a:p>
          <a:p>
            <a:r>
              <a:rPr lang="pl-PL" b="1" dirty="0"/>
              <a:t>Optymalizacja GPU (Opcjonalnie)CUDA</a:t>
            </a:r>
            <a:r>
              <a:rPr lang="pl-PL" dirty="0"/>
              <a:t> / </a:t>
            </a:r>
            <a:r>
              <a:rPr lang="pl-PL" b="1" dirty="0" err="1"/>
              <a:t>OpenCL</a:t>
            </a:r>
            <a:endParaRPr lang="pl-PL" dirty="0"/>
          </a:p>
          <a:p>
            <a:pPr marL="0" indent="0">
              <a:buNone/>
            </a:pPr>
            <a:endParaRPr lang="pl-PL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332529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45BCE8-1CF2-2107-ADB2-A85F1C1A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Harmonogram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35344EE-1EC7-94AB-0AD8-9880FBA3A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260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pl-PL" dirty="0"/>
              <a:t>Zapoznanie się z filozofią AGILE (1 </a:t>
            </a:r>
            <a:r>
              <a:rPr lang="pl-PL" dirty="0" err="1"/>
              <a:t>Tydzien</a:t>
            </a:r>
            <a:r>
              <a:rPr lang="pl-PL" dirty="0"/>
              <a:t>)</a:t>
            </a:r>
          </a:p>
          <a:p>
            <a:pPr marL="514350" indent="-514350">
              <a:buAutoNum type="arabicPeriod"/>
            </a:pPr>
            <a:r>
              <a:rPr lang="pl-PL" dirty="0"/>
              <a:t>Napisanie </a:t>
            </a:r>
            <a:r>
              <a:rPr lang="pl-PL" dirty="0" err="1"/>
              <a:t>ray</a:t>
            </a:r>
            <a:r>
              <a:rPr lang="pl-PL" dirty="0"/>
              <a:t> </a:t>
            </a:r>
            <a:r>
              <a:rPr lang="pl-PL" dirty="0" err="1"/>
              <a:t>tracingu</a:t>
            </a:r>
            <a:r>
              <a:rPr lang="pl-PL" dirty="0"/>
              <a:t> (2 tygodnie) </a:t>
            </a:r>
          </a:p>
          <a:p>
            <a:pPr marL="514350" indent="-514350">
              <a:buAutoNum type="arabicPeriod"/>
            </a:pPr>
            <a:r>
              <a:rPr lang="pl-PL" dirty="0"/>
              <a:t>Napisanie fizyki (2 tygodnie)</a:t>
            </a:r>
          </a:p>
          <a:p>
            <a:pPr marL="971550" lvl="1" indent="-514350">
              <a:buAutoNum type="arabicPeriod"/>
            </a:pPr>
            <a:r>
              <a:rPr lang="pl-PL" dirty="0"/>
              <a:t>Model newtonowski</a:t>
            </a:r>
          </a:p>
          <a:p>
            <a:pPr marL="971550" lvl="1" indent="-514350">
              <a:buAutoNum type="arabicPeriod"/>
            </a:pPr>
            <a:r>
              <a:rPr lang="pl-PL" dirty="0"/>
              <a:t>Model z metryką </a:t>
            </a:r>
            <a:r>
              <a:rPr lang="pl-PL" dirty="0" err="1"/>
              <a:t>swarzchlida</a:t>
            </a:r>
            <a:endParaRPr lang="pl-PL" dirty="0"/>
          </a:p>
          <a:p>
            <a:pPr marL="514350" indent="-514350">
              <a:buAutoNum type="arabicPeriod"/>
            </a:pPr>
            <a:r>
              <a:rPr lang="pl-PL" dirty="0"/>
              <a:t>Napisanie </a:t>
            </a:r>
            <a:r>
              <a:rPr lang="pl-PL" dirty="0" err="1"/>
              <a:t>antyaliasingu</a:t>
            </a:r>
            <a:r>
              <a:rPr lang="pl-PL" dirty="0"/>
              <a:t> (1 tydzień)</a:t>
            </a:r>
          </a:p>
          <a:p>
            <a:pPr marL="514350" indent="-514350">
              <a:buAutoNum type="arabicPeriod"/>
            </a:pPr>
            <a:r>
              <a:rPr lang="pl-PL" dirty="0"/>
              <a:t>Stworzenie interfejsu (2 tygodnie)</a:t>
            </a:r>
          </a:p>
          <a:p>
            <a:pPr marL="514350" indent="-514350">
              <a:buAutoNum type="arabicPeriod"/>
            </a:pPr>
            <a:r>
              <a:rPr lang="pl-PL" dirty="0"/>
              <a:t>Optymalizacja kodu z </a:t>
            </a:r>
            <a:r>
              <a:rPr lang="pl-PL" dirty="0" err="1"/>
              <a:t>uzyciem</a:t>
            </a:r>
            <a:r>
              <a:rPr lang="pl-PL" dirty="0"/>
              <a:t> CPU (2 tygodnie)</a:t>
            </a:r>
          </a:p>
          <a:p>
            <a:pPr marL="514350" indent="-514350">
              <a:buAutoNum type="arabicPeriod"/>
            </a:pPr>
            <a:r>
              <a:rPr lang="pl-PL" dirty="0"/>
              <a:t>Poprawianie błędów (1 tydzień)</a:t>
            </a:r>
          </a:p>
          <a:p>
            <a:pPr marL="514350" indent="-514350">
              <a:buAutoNum type="arabicPeriod"/>
            </a:pPr>
            <a:r>
              <a:rPr lang="pl-PL" dirty="0"/>
              <a:t>Dodanie zmian kosmetycznych (”sprzedanie swojego produktu”)(1-2 tygodnie)</a:t>
            </a:r>
          </a:p>
          <a:p>
            <a:pPr marL="514350" indent="-514350">
              <a:buAutoNum type="arabicPeriod"/>
            </a:pPr>
            <a:endParaRPr lang="pl-PL" dirty="0"/>
          </a:p>
          <a:p>
            <a:pPr marL="514350" indent="-514350">
              <a:buAutoNum type="arabicPeriod"/>
            </a:pP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886081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4D41DE7-5571-C687-1D8E-30BBE1197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Repozytorium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491B5A-2D76-213C-56FF-885095008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dirty="0" err="1"/>
              <a:t>https</a:t>
            </a:r>
            <a:r>
              <a:rPr lang="pl-PL" dirty="0"/>
              <a:t>://</a:t>
            </a:r>
            <a:r>
              <a:rPr lang="pl-PL" dirty="0" err="1"/>
              <a:t>github.com</a:t>
            </a:r>
            <a:r>
              <a:rPr lang="pl-PL" dirty="0"/>
              <a:t>/</a:t>
            </a:r>
            <a:r>
              <a:rPr lang="pl-PL" dirty="0" err="1"/>
              <a:t>Aagamir</a:t>
            </a:r>
            <a:r>
              <a:rPr lang="pl-PL" dirty="0"/>
              <a:t>/Projekt-Cpp-355364.git</a:t>
            </a:r>
          </a:p>
        </p:txBody>
      </p:sp>
      <p:pic>
        <p:nvPicPr>
          <p:cNvPr id="5" name="Obraz 4" descr="Obraz zawierający anime, Ludzka twarz, kreskówka, zrzut ekranu&#10;&#10;Zawartość wygenerowana przez AI może być niepoprawna.">
            <a:extLst>
              <a:ext uri="{FF2B5EF4-FFF2-40B4-BE49-F238E27FC236}">
                <a16:creationId xmlns:a16="http://schemas.microsoft.com/office/drawing/2014/main" id="{17E14D92-17BC-39CD-8423-70555E875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2335" y="2682973"/>
            <a:ext cx="3347329" cy="349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16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4580CE1-5FE9-A4C5-7033-7CE5A34A6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Koniec, pozdrawiam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1AC05C2-FD4A-A874-04F1-6D72F6D92A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6573206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3392</TotalTime>
  <Words>316</Words>
  <Application>Microsoft Macintosh PowerPoint</Application>
  <PresentationFormat>Panoramiczny</PresentationFormat>
  <Paragraphs>43</Paragraphs>
  <Slides>11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Motyw pakietu Office</vt:lpstr>
      <vt:lpstr>Symulacje czarnych dziur z użyciem technologii Ray Tracingu</vt:lpstr>
      <vt:lpstr>Cele projektu</vt:lpstr>
      <vt:lpstr>Wizualizacja</vt:lpstr>
      <vt:lpstr>Prezentacja programu PowerPoint</vt:lpstr>
      <vt:lpstr>Funkcjonalnosci </vt:lpstr>
      <vt:lpstr>Analiza ryzyka</vt:lpstr>
      <vt:lpstr>Metryka Schwarzchilda</vt:lpstr>
      <vt:lpstr>Wykorzystane biblioteki</vt:lpstr>
      <vt:lpstr>Harmonogram</vt:lpstr>
      <vt:lpstr>Repozytorium</vt:lpstr>
      <vt:lpstr>Koniec, pozdrawiam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Mikołaj Marcinkowski</dc:creator>
  <cp:lastModifiedBy>Mikołaj Marcinkowski</cp:lastModifiedBy>
  <cp:revision>11</cp:revision>
  <dcterms:created xsi:type="dcterms:W3CDTF">2026-03-02T11:45:38Z</dcterms:created>
  <dcterms:modified xsi:type="dcterms:W3CDTF">2026-03-30T11:23:19Z</dcterms:modified>
</cp:coreProperties>
</file>